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75" r:id="rId6"/>
    <p:sldId id="259" r:id="rId7"/>
    <p:sldId id="260" r:id="rId8"/>
    <p:sldId id="268" r:id="rId9"/>
    <p:sldId id="278" r:id="rId10"/>
    <p:sldId id="276" r:id="rId11"/>
    <p:sldId id="261" r:id="rId12"/>
    <p:sldId id="262" r:id="rId13"/>
    <p:sldId id="264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CB035-FE81-6562-08F6-174B644C01B3}" v="1164" dt="2026-07-13T13:27:44.811"/>
    <p1510:client id="{051CD505-B2BA-89A6-987A-B61E8F41D01A}" v="25" dt="2026-07-14T13:29:41.120"/>
    <p1510:client id="{13AAD4E3-3546-6F2B-3BCE-7906F68C356D}" v="169" dt="2026-07-15T03:55:58.430"/>
    <p1510:client id="{491FF664-5452-453D-3FA6-691ACE195C15}" v="139" dt="2026-07-14T14:12:31.133"/>
    <p1510:client id="{67C33942-0ABD-92FB-D883-5A09873B8E26}" v="97" dt="2026-07-15T06:00:11.649"/>
    <p1510:client id="{8530C2A8-2FDC-F90B-9E5B-8F04F8080471}" v="133" dt="2026-07-15T01:57:43.301"/>
    <p1510:client id="{8C64DF12-B47E-036C-3E59-3A474BA452D9}" v="76" dt="2026-07-14T13:15:07.520"/>
    <p1510:client id="{9AB838CE-ADE2-2C6D-E30B-A0F5E384CE9B}" v="1191" dt="2026-07-14T14:29:47.874"/>
    <p1510:client id="{A43EEA3C-A442-A309-12F2-CAEA7CD4E34C}" v="411" dt="2026-07-14T01:24:51.802"/>
    <p1510:client id="{B1D27C15-8D04-C632-C543-007F303E52C2}" v="35" dt="2026-07-14T11:02:17.619"/>
    <p1510:client id="{B6626AC5-166B-D005-1412-AE09BAA707A8}" v="247" dt="2026-07-14T14:17:06.241"/>
    <p1510:client id="{C0B8E095-D3CC-D167-CFF3-EDE9E2CF5D92}" v="17" dt="2026-07-14T15:07:08.002"/>
    <p1510:client id="{C1DE1EF5-BCBB-E4FC-02E3-664B5835440C}" v="8" dt="2026-07-14T17:06:38.328"/>
    <p1510:client id="{C2F2D01D-C178-98EB-12C2-DD37B3117D96}" v="21" dt="2026-07-15T06:03:00.304"/>
    <p1510:client id="{C5A1D385-365F-29C3-EFC6-112CF19FA30E}" v="1" dt="2026-07-15T04:01:51.7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6740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00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3396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359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501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770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282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S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254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S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007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26589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564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70A2BD5-73D4-4F8B-B027-38169314681F}" type="datetimeFigureOut">
              <a:rPr lang="en-SG" smtClean="0"/>
              <a:t>14/7/2026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5D66373-85DD-4BC0-8C44-E66EEA82C4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549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2858-54C8-6126-2415-F20CEDCF42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Event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99B9D-ABBB-E42A-41A1-7D96FF5150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SG"/>
              <a:t>By Group 4:</a:t>
            </a:r>
            <a:br>
              <a:rPr lang="en-SG"/>
            </a:br>
            <a:r>
              <a:rPr lang="en-SG"/>
              <a:t>Isaiah, Chek Ee, Yong Ting, Haziq, Hnin, Brian</a:t>
            </a:r>
          </a:p>
        </p:txBody>
      </p:sp>
    </p:spTree>
    <p:extLst>
      <p:ext uri="{BB962C8B-B14F-4D97-AF65-F5344CB8AC3E}">
        <p14:creationId xmlns:p14="http://schemas.microsoft.com/office/powerpoint/2010/main" val="386097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8C19-CE36-99BA-A2DF-347AAAAF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18806"/>
            <a:ext cx="7729728" cy="1188720"/>
          </a:xfrm>
        </p:spPr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App Idea — EventHub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0DD8E8-58A2-B1C4-E37D-7C90FF54E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478" y="1730902"/>
            <a:ext cx="6287806" cy="41034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000" b="1">
                <a:ea typeface="+mn-lt"/>
                <a:cs typeface="+mn-lt"/>
              </a:rPr>
              <a:t>Project Overview</a:t>
            </a:r>
            <a:endParaRPr lang="en-GB" sz="2000"/>
          </a:p>
          <a:p>
            <a:pPr>
              <a:lnSpc>
                <a:spcPct val="90000"/>
              </a:lnSpc>
            </a:pPr>
            <a:r>
              <a:rPr lang="en-GB" sz="2000">
                <a:ea typeface="+mn-lt"/>
                <a:cs typeface="+mn-lt"/>
              </a:rPr>
              <a:t>Web application developed using Node.js, Express.js, MySQL and EJS </a:t>
            </a:r>
            <a:endParaRPr lang="en-GB" sz="2000"/>
          </a:p>
          <a:p>
            <a:pPr>
              <a:lnSpc>
                <a:spcPct val="90000"/>
              </a:lnSpc>
            </a:pPr>
            <a:r>
              <a:rPr lang="en-GB" sz="2000">
                <a:ea typeface="+mn-lt"/>
                <a:cs typeface="+mn-lt"/>
              </a:rPr>
              <a:t>Allows users to discover and browse local events </a:t>
            </a:r>
            <a:endParaRPr lang="en-GB" sz="2000"/>
          </a:p>
          <a:p>
            <a:pPr>
              <a:lnSpc>
                <a:spcPct val="90000"/>
              </a:lnSpc>
            </a:pPr>
            <a:r>
              <a:rPr lang="en-GB" sz="2000">
                <a:ea typeface="+mn-lt"/>
                <a:cs typeface="+mn-lt"/>
              </a:rPr>
              <a:t>Supports multiple user roles: </a:t>
            </a:r>
            <a:endParaRPr lang="en-GB" sz="2000"/>
          </a:p>
          <a:p>
            <a:pPr lvl="1">
              <a:lnSpc>
                <a:spcPct val="90000"/>
              </a:lnSpc>
            </a:pPr>
            <a:r>
              <a:rPr lang="en-GB" sz="2000">
                <a:ea typeface="+mn-lt"/>
                <a:cs typeface="+mn-lt"/>
              </a:rPr>
              <a:t>Visitor </a:t>
            </a:r>
            <a:endParaRPr lang="en-GB" sz="2000"/>
          </a:p>
          <a:p>
            <a:pPr lvl="1">
              <a:lnSpc>
                <a:spcPct val="90000"/>
              </a:lnSpc>
            </a:pPr>
            <a:r>
              <a:rPr lang="en-GB" sz="2000">
                <a:ea typeface="+mn-lt"/>
                <a:cs typeface="+mn-lt"/>
              </a:rPr>
              <a:t>Organisers </a:t>
            </a:r>
            <a:endParaRPr lang="en-GB" sz="2000"/>
          </a:p>
          <a:p>
            <a:pPr lvl="1">
              <a:lnSpc>
                <a:spcPct val="90000"/>
              </a:lnSpc>
            </a:pPr>
            <a:r>
              <a:rPr lang="en-GB" sz="2000">
                <a:ea typeface="+mn-lt"/>
                <a:cs typeface="+mn-lt"/>
              </a:rPr>
              <a:t>Admin </a:t>
            </a:r>
            <a:endParaRPr lang="en-GB" sz="2000"/>
          </a:p>
          <a:p>
            <a:pPr>
              <a:lnSpc>
                <a:spcPct val="90000"/>
              </a:lnSpc>
            </a:pPr>
            <a:r>
              <a:rPr lang="en-GB" sz="2000">
                <a:ea typeface="+mn-lt"/>
                <a:cs typeface="+mn-lt"/>
              </a:rPr>
              <a:t>Provides event reminders, ticket purchasing, reviews, and event management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Target Audience: Students, event organisers, and the general public looking to discover, manage, and attend local events.</a:t>
            </a:r>
            <a:endParaRPr lang="en-GB" sz="2000"/>
          </a:p>
          <a:p>
            <a:pPr>
              <a:lnSpc>
                <a:spcPct val="90000"/>
              </a:lnSpc>
            </a:pPr>
            <a:endParaRPr lang="en-GB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555485-177D-0398-DAFE-175450319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7" r="5" b="5"/>
          <a:stretch>
            <a:fillRect/>
          </a:stretch>
        </p:blipFill>
        <p:spPr>
          <a:xfrm>
            <a:off x="547117" y="1734456"/>
            <a:ext cx="5006773" cy="4114427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61199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21E7-2458-7A71-E42A-8FC191E4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822" y="173663"/>
            <a:ext cx="7729728" cy="1188720"/>
          </a:xfrm>
        </p:spPr>
        <p:txBody>
          <a:bodyPr/>
          <a:lstStyle/>
          <a:p>
            <a:r>
              <a:rPr lang="en-SG"/>
              <a:t>Account creation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45A23-B562-85AC-8366-91D0B4830597}"/>
              </a:ext>
            </a:extLst>
          </p:cNvPr>
          <p:cNvSpPr txBox="1"/>
          <p:nvPr/>
        </p:nvSpPr>
        <p:spPr>
          <a:xfrm>
            <a:off x="10450285" y="154214"/>
            <a:ext cx="14877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Isaiah</a:t>
            </a:r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9234199B-C09A-FE86-1A5E-7B4EE09BEA85}"/>
              </a:ext>
            </a:extLst>
          </p:cNvPr>
          <p:cNvSpPr txBox="1">
            <a:spLocks/>
          </p:cNvSpPr>
          <p:nvPr/>
        </p:nvSpPr>
        <p:spPr>
          <a:xfrm>
            <a:off x="6991822" y="1593016"/>
            <a:ext cx="4819614" cy="49670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The Visitor Sign Up feature allows user to create a visitor account so they can view the available events and save the events they are interested to attend.</a:t>
            </a:r>
          </a:p>
          <a:p>
            <a:r>
              <a:rPr lang="en-US" sz="2000"/>
              <a:t>Password must have at least 8 characters</a:t>
            </a:r>
          </a:p>
          <a:p>
            <a:r>
              <a:rPr lang="en-US" sz="2000"/>
              <a:t>The system will check that password meet the minimum length requirement and both password fields are matched. If there is error., the user will be prompted to renter again. </a:t>
            </a:r>
          </a:p>
          <a:p>
            <a:r>
              <a:rPr lang="en-US" sz="2000"/>
              <a:t>Once the system processed the registration, the account created and the user then can sign in to view the available events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6AB134A-E248-1427-F0AD-B975325AD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836" y="1593015"/>
            <a:ext cx="5516444" cy="511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05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FF51-A2EA-78A1-4C56-E5B79D55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622" y="115606"/>
            <a:ext cx="7729728" cy="1188720"/>
          </a:xfrm>
        </p:spPr>
        <p:txBody>
          <a:bodyPr/>
          <a:lstStyle/>
          <a:p>
            <a:r>
              <a:rPr lang="en-US"/>
              <a:t>ACCOUNT creation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75D36C4-D6E4-01FC-18F0-5A38144F6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2622" y="1614787"/>
            <a:ext cx="4797843" cy="30511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B7E40-BA21-8B0B-BF75-2A8854EE3290}"/>
              </a:ext>
            </a:extLst>
          </p:cNvPr>
          <p:cNvSpPr txBox="1"/>
          <p:nvPr/>
        </p:nvSpPr>
        <p:spPr>
          <a:xfrm>
            <a:off x="10051142" y="326571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Isaiah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0D33F-2545-3B0B-FBE9-3ACBDC904DA6}"/>
              </a:ext>
            </a:extLst>
          </p:cNvPr>
          <p:cNvSpPr txBox="1"/>
          <p:nvPr/>
        </p:nvSpPr>
        <p:spPr>
          <a:xfrm>
            <a:off x="7240395" y="1717709"/>
            <a:ext cx="461107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For Organiser, the sign up is the same as Visitor but with the addition of their </a:t>
            </a:r>
            <a:r>
              <a:rPr lang="en-US" sz="2400" err="1"/>
              <a:t>Organisation</a:t>
            </a:r>
            <a:r>
              <a:rPr lang="en-US" sz="2400"/>
              <a:t> / business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951623-FC82-655D-4053-A3E1C888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88" y="1618343"/>
            <a:ext cx="5953197" cy="486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0445-7F59-EC82-C9B3-F74ADD89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/>
          <a:lstStyle/>
          <a:p>
            <a:r>
              <a:rPr lang="en-SG"/>
              <a:t>Account webpage</a:t>
            </a:r>
            <a:endParaRPr lang="en-GB">
              <a:solidFill>
                <a:srgbClr val="0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E22C9E-55CD-3B38-C31F-FB19CC424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41" y="1716386"/>
            <a:ext cx="6195690" cy="48436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6B9CB0-315C-F2B3-EA60-2173302B2107}"/>
              </a:ext>
            </a:extLst>
          </p:cNvPr>
          <p:cNvSpPr txBox="1"/>
          <p:nvPr/>
        </p:nvSpPr>
        <p:spPr>
          <a:xfrm>
            <a:off x="6683829" y="1730829"/>
            <a:ext cx="526868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GB" sz="2400">
                <a:solidFill>
                  <a:srgbClr val="000000"/>
                </a:solidFill>
                <a:latin typeface="Gill Sans MT"/>
                <a:ea typeface="Arial"/>
                <a:cs typeface="Arial"/>
              </a:rPr>
              <a:t>Simple login page that prompts for the user's address and password</a:t>
            </a:r>
            <a:endParaRPr lang="en-GB" sz="2400" b="0" i="0" u="none" strike="noStrike" baseline="0">
              <a:solidFill>
                <a:srgbClr val="000000"/>
              </a:solidFill>
              <a:latin typeface="Gill Sans MT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GB" sz="240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2400">
                <a:cs typeface="Arial"/>
              </a:rPr>
              <a:t>Also accessible for admins to log in into</a:t>
            </a:r>
          </a:p>
          <a:p>
            <a:pPr marL="285750" indent="-285750">
              <a:buFont typeface="Arial,Sans-Serif"/>
              <a:buChar char="•"/>
            </a:pPr>
            <a:endParaRPr lang="en-GB" sz="240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2400">
                <a:cs typeface="Arial"/>
              </a:rPr>
              <a:t>If not logged in, reminders, email updates, ticket purchasing etc will be redirected back to the log in page</a:t>
            </a:r>
          </a:p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B8524-2E57-DE73-E587-61D1857BB727}"/>
              </a:ext>
            </a:extLst>
          </p:cNvPr>
          <p:cNvSpPr txBox="1"/>
          <p:nvPr/>
        </p:nvSpPr>
        <p:spPr>
          <a:xfrm>
            <a:off x="10051142" y="326571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Isaiah</a:t>
            </a:r>
          </a:p>
        </p:txBody>
      </p:sp>
    </p:spTree>
    <p:extLst>
      <p:ext uri="{BB962C8B-B14F-4D97-AF65-F5344CB8AC3E}">
        <p14:creationId xmlns:p14="http://schemas.microsoft.com/office/powerpoint/2010/main" val="1187329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8F4F-A57C-FBB0-9191-B4293CC0F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8178"/>
            <a:ext cx="7729728" cy="1188720"/>
          </a:xfrm>
        </p:spPr>
        <p:txBody>
          <a:bodyPr/>
          <a:lstStyle/>
          <a:p>
            <a:r>
              <a:rPr lang="en-SG"/>
              <a:t>Account webpage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EA3A9-8C43-5DFB-07AD-5EB0AE33DE02}"/>
              </a:ext>
            </a:extLst>
          </p:cNvPr>
          <p:cNvSpPr txBox="1"/>
          <p:nvPr/>
        </p:nvSpPr>
        <p:spPr>
          <a:xfrm>
            <a:off x="7346690" y="1535444"/>
            <a:ext cx="4387245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400"/>
              <a:t>Able to see your name and email</a:t>
            </a:r>
          </a:p>
          <a:p>
            <a:pPr marL="285750" indent="-285750">
              <a:buFont typeface="Arial"/>
              <a:buChar char="•"/>
            </a:pPr>
            <a:endParaRPr lang="en-GB" sz="2400"/>
          </a:p>
          <a:p>
            <a:pPr marL="285750" indent="-285750">
              <a:buFont typeface="Arial"/>
              <a:buChar char="•"/>
            </a:pPr>
            <a:r>
              <a:rPr lang="en-GB" sz="2400"/>
              <a:t>Specifies if you're a visitor or organiser and their gender</a:t>
            </a:r>
          </a:p>
          <a:p>
            <a:pPr marL="285750" indent="-285750">
              <a:buFont typeface="Arial"/>
              <a:buChar char="•"/>
            </a:pPr>
            <a:endParaRPr lang="en-GB" sz="2400"/>
          </a:p>
          <a:p>
            <a:pPr marL="285750" indent="-285750">
              <a:buFont typeface="Arial"/>
              <a:buChar char="•"/>
            </a:pPr>
            <a:r>
              <a:rPr lang="en-GB" sz="2400"/>
              <a:t>A Bio to explain about themselves</a:t>
            </a:r>
          </a:p>
          <a:p>
            <a:pPr marL="285750" indent="-285750">
              <a:buFont typeface="Arial"/>
              <a:buChar char="•"/>
            </a:pPr>
            <a:endParaRPr lang="en-GB" sz="2400"/>
          </a:p>
          <a:p>
            <a:pPr marL="285750" indent="-285750">
              <a:buFont typeface="Arial"/>
              <a:buChar char="•"/>
            </a:pPr>
            <a:r>
              <a:rPr lang="en-GB" sz="2400"/>
              <a:t>Able to show their saved favourites for upcoming events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D6CF4F2-0A63-3F59-8C68-5A8D5A8EC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443" y="1534958"/>
            <a:ext cx="6162369" cy="5177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493E3A-374F-EA37-EF7F-B2B96079BF90}"/>
              </a:ext>
            </a:extLst>
          </p:cNvPr>
          <p:cNvSpPr txBox="1"/>
          <p:nvPr/>
        </p:nvSpPr>
        <p:spPr>
          <a:xfrm>
            <a:off x="10051142" y="326571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Isaiah</a:t>
            </a:r>
          </a:p>
        </p:txBody>
      </p:sp>
    </p:spTree>
    <p:extLst>
      <p:ext uri="{BB962C8B-B14F-4D97-AF65-F5344CB8AC3E}">
        <p14:creationId xmlns:p14="http://schemas.microsoft.com/office/powerpoint/2010/main" val="278051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E1B3-6D63-1E16-9060-B01076C7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SG" sz="2000"/>
              <a:t>User Review and commentary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3F7C26-80C0-D883-5345-152765E9B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-Has a star system for rating </a:t>
            </a:r>
          </a:p>
          <a:p>
            <a:pPr marL="0" indent="0">
              <a:buNone/>
            </a:pPr>
            <a:r>
              <a:rPr lang="en-US"/>
              <a:t>-Allows user to add comments</a:t>
            </a:r>
          </a:p>
          <a:p>
            <a:pPr marL="0" indent="0">
              <a:buNone/>
            </a:pPr>
            <a:r>
              <a:rPr lang="en-US"/>
              <a:t>-Require users to add their name rating and comments.</a:t>
            </a:r>
          </a:p>
          <a:p>
            <a:pPr marL="0" indent="0">
              <a:buNone/>
            </a:pPr>
            <a:r>
              <a:rPr lang="en-US"/>
              <a:t>-Autofill the user's 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211A5-F6B9-3B04-B72C-D9A1E94CC40B}"/>
              </a:ext>
            </a:extLst>
          </p:cNvPr>
          <p:cNvSpPr txBox="1"/>
          <p:nvPr/>
        </p:nvSpPr>
        <p:spPr>
          <a:xfrm>
            <a:off x="10940146" y="-2496"/>
            <a:ext cx="16618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Chek Ee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48CD48-E313-805F-6DE6-72AA43564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94" r="11345" b="-164"/>
          <a:stretch>
            <a:fillRect/>
          </a:stretch>
        </p:blipFill>
        <p:spPr>
          <a:xfrm>
            <a:off x="4659988" y="1525978"/>
            <a:ext cx="6553763" cy="380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4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EAA1-58C6-E43C-034A-A253D72E6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193A-A5B4-F841-7BAB-3340F779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8178"/>
            <a:ext cx="7729728" cy="1188720"/>
          </a:xfrm>
        </p:spPr>
        <p:txBody>
          <a:bodyPr/>
          <a:lstStyle/>
          <a:p>
            <a:r>
              <a:rPr lang="en-SG"/>
              <a:t>User review and comments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8C4BF-0A20-8276-1939-75D2C33EB5E7}"/>
              </a:ext>
            </a:extLst>
          </p:cNvPr>
          <p:cNvSpPr txBox="1"/>
          <p:nvPr/>
        </p:nvSpPr>
        <p:spPr>
          <a:xfrm>
            <a:off x="10940146" y="-2496"/>
            <a:ext cx="16618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Chek Ee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7CE0F-FFC1-D770-C793-C6B70B83D77D}"/>
              </a:ext>
            </a:extLst>
          </p:cNvPr>
          <p:cNvSpPr txBox="1"/>
          <p:nvPr/>
        </p:nvSpPr>
        <p:spPr>
          <a:xfrm>
            <a:off x="9509320" y="1847501"/>
            <a:ext cx="286324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/>
              <a:t>Displays the review</a:t>
            </a:r>
          </a:p>
          <a:p>
            <a:pPr marL="285750" indent="-285750">
              <a:buFont typeface="Arial"/>
              <a:buChar char="•"/>
            </a:pPr>
            <a:r>
              <a:rPr lang="en-GB"/>
              <a:t>Allow users to report the review</a:t>
            </a:r>
            <a:br>
              <a:rPr lang="en-GB"/>
            </a:br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145CD3-CBB6-3C06-6610-275CFADD4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059" y="1847016"/>
            <a:ext cx="8794053" cy="389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2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A9182-F163-9D73-4667-8843B93A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4BB4-78BF-F7B1-C87D-990A8BE4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SG" sz="2000"/>
              <a:t>User Review and commentary</a:t>
            </a:r>
            <a:br>
              <a:rPr lang="en-SG" sz="2000"/>
            </a:br>
            <a:r>
              <a:rPr lang="en-SG" sz="2000" b="1"/>
              <a:t>(Admin side)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FF5F9B-1CEC-2DBB-4681-904F35569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-Allows hover over the review to see details</a:t>
            </a:r>
          </a:p>
          <a:p>
            <a:pPr marL="0" indent="0">
              <a:buNone/>
            </a:pPr>
            <a:r>
              <a:rPr lang="en-US"/>
              <a:t>-Able to delete the review from the database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A50F85-C1FF-8799-01F8-03FA41CDC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71495-FDE8-E746-CE36-FDB74C4BE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EBF03-F422-2239-1054-4A4733C0C19C}"/>
              </a:ext>
            </a:extLst>
          </p:cNvPr>
          <p:cNvSpPr txBox="1"/>
          <p:nvPr/>
        </p:nvSpPr>
        <p:spPr>
          <a:xfrm>
            <a:off x="10940146" y="-2496"/>
            <a:ext cx="16618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Chek Ee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B4D42-463F-6E33-B42B-3C43BE7D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96" t="-321" r="10398" b="-196"/>
          <a:stretch>
            <a:fillRect/>
          </a:stretch>
        </p:blipFill>
        <p:spPr>
          <a:xfrm>
            <a:off x="4579257" y="1534207"/>
            <a:ext cx="6716526" cy="379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61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5D39-4F07-C811-1D78-F754B43B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2006"/>
            <a:ext cx="7729728" cy="1188720"/>
          </a:xfrm>
        </p:spPr>
        <p:txBody>
          <a:bodyPr/>
          <a:lstStyle/>
          <a:p>
            <a:r>
              <a:rPr lang="en-GB"/>
              <a:t>EMAIL SYSTEM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E7FF0D-CA6A-E9F7-FEFB-8AF7199F5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8" y="1876045"/>
            <a:ext cx="6085112" cy="3849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9BC16-FFB2-AAF7-2705-C87E0FCD9B36}"/>
              </a:ext>
            </a:extLst>
          </p:cNvPr>
          <p:cNvSpPr txBox="1"/>
          <p:nvPr/>
        </p:nvSpPr>
        <p:spPr>
          <a:xfrm>
            <a:off x="6097138" y="2223262"/>
            <a:ext cx="36576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lang="en-GB" sz="2400"/>
              <a:t>Website sends Welcome email after user successfully registers new account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E1ABC-379E-9D1C-9813-B242AC834647}"/>
              </a:ext>
            </a:extLst>
          </p:cNvPr>
          <p:cNvSpPr txBox="1"/>
          <p:nvPr/>
        </p:nvSpPr>
        <p:spPr>
          <a:xfrm>
            <a:off x="11189883" y="-68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Yong Ting</a:t>
            </a:r>
          </a:p>
        </p:txBody>
      </p:sp>
    </p:spTree>
    <p:extLst>
      <p:ext uri="{BB962C8B-B14F-4D97-AF65-F5344CB8AC3E}">
        <p14:creationId xmlns:p14="http://schemas.microsoft.com/office/powerpoint/2010/main" val="91804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2A40-72C3-9486-5F0B-41E4B888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235"/>
            <a:ext cx="7729728" cy="1188720"/>
          </a:xfrm>
        </p:spPr>
        <p:txBody>
          <a:bodyPr/>
          <a:lstStyle/>
          <a:p>
            <a:r>
              <a:rPr lang="en-SG"/>
              <a:t>Email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511A5-5237-FAF2-7A87-75D0C2FB5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5822" y="1716387"/>
            <a:ext cx="4942986" cy="31019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SG" sz="2400">
                <a:solidFill>
                  <a:schemeClr val="tx1"/>
                </a:solidFill>
                <a:ea typeface="+mn-lt"/>
                <a:cs typeface="+mn-lt"/>
              </a:rPr>
              <a:t>Manage email subscription preferences  </a:t>
            </a:r>
            <a:endParaRPr lang="en-SG" sz="2400">
              <a:solidFill>
                <a:schemeClr val="tx1"/>
              </a:solidFill>
            </a:endParaRPr>
          </a:p>
          <a:p>
            <a:r>
              <a:rPr lang="en-SG" sz="2400">
                <a:solidFill>
                  <a:schemeClr val="tx1"/>
                </a:solidFill>
                <a:ea typeface="+mn-lt"/>
                <a:cs typeface="+mn-lt"/>
              </a:rPr>
              <a:t>Receive event reminder emails </a:t>
            </a:r>
            <a:endParaRPr lang="en-SG" sz="2400">
              <a:solidFill>
                <a:schemeClr val="tx1"/>
              </a:solidFill>
            </a:endParaRPr>
          </a:p>
          <a:p>
            <a:r>
              <a:rPr lang="en-SG" sz="2400">
                <a:solidFill>
                  <a:schemeClr val="tx1"/>
                </a:solidFill>
                <a:ea typeface="+mn-lt"/>
                <a:cs typeface="+mn-lt"/>
              </a:rPr>
              <a:t>Update contact email </a:t>
            </a:r>
            <a:endParaRPr lang="en-SG" sz="2400">
              <a:solidFill>
                <a:schemeClr val="tx1"/>
              </a:solidFill>
            </a:endParaRPr>
          </a:p>
          <a:p>
            <a:r>
              <a:rPr lang="en-SG" sz="2400">
                <a:solidFill>
                  <a:schemeClr val="tx1"/>
                </a:solidFill>
                <a:ea typeface="+mn-lt"/>
                <a:cs typeface="+mn-lt"/>
              </a:rPr>
              <a:t>Preview weekly event digest</a:t>
            </a:r>
            <a:endParaRPr lang="en-SG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F32C9-5526-C6D0-24D2-BB7EC180B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9" y="1714355"/>
            <a:ext cx="7213599" cy="3564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3C140-F97B-72A9-B3B3-4C8B214D0674}"/>
              </a:ext>
            </a:extLst>
          </p:cNvPr>
          <p:cNvSpPr txBox="1"/>
          <p:nvPr/>
        </p:nvSpPr>
        <p:spPr>
          <a:xfrm>
            <a:off x="11161339" y="655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Yong Ting</a:t>
            </a:r>
          </a:p>
        </p:txBody>
      </p:sp>
    </p:spTree>
    <p:extLst>
      <p:ext uri="{BB962C8B-B14F-4D97-AF65-F5344CB8AC3E}">
        <p14:creationId xmlns:p14="http://schemas.microsoft.com/office/powerpoint/2010/main" val="2256882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D67C4-F78C-7DBA-8F7C-5E065653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SG" sz="2400"/>
              <a:t>Notifications / reminders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6EF485-52C5-176F-8FB3-68E64B45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73" y="2362273"/>
            <a:ext cx="3883822" cy="326320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Save events to local calendar for easier event tracking 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Send reminders through email and browser notifications 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Notify users about upcoming events and important updates </a:t>
            </a:r>
            <a:endParaRPr lang="en-US" sz="1900"/>
          </a:p>
          <a:p>
            <a:pPr>
              <a:buFont typeface="Arial"/>
              <a:buChar char="•"/>
            </a:pPr>
            <a:endParaRPr lang="en-US" sz="1900"/>
          </a:p>
          <a:p>
            <a:pPr>
              <a:buFont typeface="Arial"/>
              <a:buChar char="•"/>
            </a:pPr>
            <a:endParaRPr lang="en-US" sz="1900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68811-A977-DEFA-D2F8-A549543A09DA}"/>
              </a:ext>
            </a:extLst>
          </p:cNvPr>
          <p:cNvSpPr txBox="1"/>
          <p:nvPr/>
        </p:nvSpPr>
        <p:spPr>
          <a:xfrm>
            <a:off x="10051142" y="326571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Haziq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834999-9922-01FE-6193-F8F0A0144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134" y="972456"/>
            <a:ext cx="7708133" cy="489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60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E1B3-6D63-1E16-9060-B01076C7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022" y="166406"/>
            <a:ext cx="7729728" cy="1188720"/>
          </a:xfrm>
        </p:spPr>
        <p:txBody>
          <a:bodyPr/>
          <a:lstStyle/>
          <a:p>
            <a:r>
              <a:rPr lang="en-SG"/>
              <a:t>ticketing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0C9A0-1C23-F91A-77E4-70E725A28598}"/>
              </a:ext>
            </a:extLst>
          </p:cNvPr>
          <p:cNvSpPr txBox="1"/>
          <p:nvPr/>
        </p:nvSpPr>
        <p:spPr>
          <a:xfrm>
            <a:off x="5819366" y="1551786"/>
            <a:ext cx="619760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/>
              <a:t>Allows users to get digital tickets 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 marL="342900" indent="-342900">
              <a:buFont typeface="Arial"/>
              <a:buChar char="•"/>
            </a:pPr>
            <a:r>
              <a:rPr lang="en-US" sz="2000"/>
              <a:t>Creates a ticket after a successful event registration 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 marL="342900" indent="-342900">
              <a:buFont typeface="Arial"/>
              <a:buChar char="•"/>
            </a:pPr>
            <a:r>
              <a:rPr lang="en-US" sz="2000"/>
              <a:t>Helps organizers keep track of event participants 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 marL="342900" indent="-342900">
              <a:buFont typeface="Arial"/>
              <a:buChar char="•"/>
            </a:pPr>
            <a:r>
              <a:rPr lang="en-US" sz="2000"/>
              <a:t>Makes event check-in easier by using ticket information</a:t>
            </a:r>
          </a:p>
          <a:p>
            <a:pPr algn="l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60EE9-91F7-FDC0-389B-844A690E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50" y="1553027"/>
            <a:ext cx="3788103" cy="51380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43D7C9-7A39-60D6-B570-748770ECDC4B}"/>
              </a:ext>
            </a:extLst>
          </p:cNvPr>
          <p:cNvSpPr txBox="1"/>
          <p:nvPr/>
        </p:nvSpPr>
        <p:spPr>
          <a:xfrm>
            <a:off x="11104358" y="166077"/>
            <a:ext cx="6577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Hnin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1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FE8A-81AF-377F-59F4-6F1AA444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64" y="93835"/>
            <a:ext cx="7729728" cy="1188720"/>
          </a:xfrm>
        </p:spPr>
        <p:txBody>
          <a:bodyPr/>
          <a:lstStyle/>
          <a:p>
            <a:r>
              <a:rPr lang="en-US"/>
              <a:t>ADMIN portal (DASHBOARD) 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C65AA9-0132-89BE-465F-B6B2B9075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06" y="1716387"/>
            <a:ext cx="5107959" cy="3101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371339-7410-52B4-65BB-F7ADE3A36D9C}"/>
              </a:ext>
            </a:extLst>
          </p:cNvPr>
          <p:cNvSpPr txBox="1"/>
          <p:nvPr/>
        </p:nvSpPr>
        <p:spPr>
          <a:xfrm>
            <a:off x="10105571" y="199571"/>
            <a:ext cx="1533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Brian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8788E-1BB1-3FE0-1814-67E247D28802}"/>
              </a:ext>
            </a:extLst>
          </p:cNvPr>
          <p:cNvSpPr txBox="1"/>
          <p:nvPr/>
        </p:nvSpPr>
        <p:spPr>
          <a:xfrm>
            <a:off x="5232492" y="1285616"/>
            <a:ext cx="5256835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/>
              <a:t>Used by administrators to monitor and manage the platform.</a:t>
            </a:r>
          </a:p>
          <a:p>
            <a:pPr marL="285750" indent="-285750">
              <a:buFont typeface="Courier New"/>
              <a:buChar char="o"/>
            </a:pPr>
            <a:r>
              <a:rPr lang="en-US"/>
              <a:t>Provides an overview of: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Total user accounts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Live event listings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Flagged events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Open reports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Suspended accounts</a:t>
            </a:r>
          </a:p>
          <a:p>
            <a:pPr lvl="1"/>
            <a:r>
              <a:rPr lang="en-US"/>
              <a:t>Navigation tab 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Dashboard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Events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Accounts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Reports </a:t>
            </a:r>
          </a:p>
          <a:p>
            <a:pPr lvl="1"/>
            <a:r>
              <a:rPr lang="en-US"/>
              <a:t>Dashboard: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Display Key platform statistics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Active user accounts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Live event listings 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Flagged events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Open Reports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Suspended Accounts</a:t>
            </a:r>
          </a:p>
          <a:p>
            <a:pPr marL="742950" lvl="1" indent="-285750">
              <a:buFont typeface="Courier New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32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1148-62F9-079F-8249-676134C6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C11D-3222-F535-CBC6-E4C01F954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850" y="202692"/>
            <a:ext cx="7729728" cy="1188720"/>
          </a:xfrm>
        </p:spPr>
        <p:txBody>
          <a:bodyPr/>
          <a:lstStyle/>
          <a:p>
            <a:r>
              <a:rPr lang="en-US"/>
              <a:t>ADMIN portal (events)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EC1EB-0CE8-8E6B-DFB7-011FE181FEBF}"/>
              </a:ext>
            </a:extLst>
          </p:cNvPr>
          <p:cNvSpPr txBox="1"/>
          <p:nvPr/>
        </p:nvSpPr>
        <p:spPr>
          <a:xfrm>
            <a:off x="10105571" y="199571"/>
            <a:ext cx="1533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Brian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267076-9202-FBA2-99B6-6772B01C3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4" y="1714275"/>
            <a:ext cx="5679169" cy="3472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C29E45-627A-89C4-664C-17F717D615F8}"/>
              </a:ext>
            </a:extLst>
          </p:cNvPr>
          <p:cNvSpPr txBox="1"/>
          <p:nvPr/>
        </p:nvSpPr>
        <p:spPr>
          <a:xfrm>
            <a:off x="6286499" y="1959428"/>
            <a:ext cx="4934857" cy="30933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1155B-60F2-E391-1AF0-F4FC54451AAA}"/>
              </a:ext>
            </a:extLst>
          </p:cNvPr>
          <p:cNvSpPr txBox="1"/>
          <p:nvPr/>
        </p:nvSpPr>
        <p:spPr>
          <a:xfrm>
            <a:off x="6059714" y="1895928"/>
            <a:ext cx="460828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/>
              <a:t>View All Event listings on the platform.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Example of Event categories</a:t>
            </a:r>
          </a:p>
          <a:p>
            <a:pPr marL="1200150" lvl="2" indent="-285750">
              <a:buFont typeface="Courier New"/>
              <a:buChar char="o"/>
            </a:pPr>
            <a:r>
              <a:rPr lang="en-US"/>
              <a:t>iPhone Giveaway</a:t>
            </a:r>
          </a:p>
          <a:p>
            <a:pPr marL="1200150" lvl="2" indent="-285750">
              <a:buFont typeface="Courier New"/>
              <a:buChar char="o"/>
            </a:pPr>
            <a:r>
              <a:rPr lang="en-US"/>
              <a:t>Anime &amp; Manga Fandom Meet</a:t>
            </a:r>
          </a:p>
          <a:p>
            <a:pPr marL="1200150" lvl="2" indent="-285750">
              <a:buFont typeface="Courier New"/>
              <a:buChar char="o"/>
            </a:pPr>
            <a:r>
              <a:rPr lang="en-US"/>
              <a:t>Warehouse Clearance Sale</a:t>
            </a:r>
          </a:p>
          <a:p>
            <a:pPr marL="1200150" lvl="2" indent="-285750">
              <a:buFont typeface="Courier New"/>
              <a:buChar char="o"/>
            </a:pPr>
            <a:r>
              <a:rPr lang="en-US"/>
              <a:t>Flea &amp; Vintage Market</a:t>
            </a:r>
          </a:p>
          <a:p>
            <a:pPr marL="1200150" lvl="2" indent="-285750">
              <a:buFont typeface="Courier New"/>
              <a:buChar char="o"/>
            </a:pPr>
            <a:r>
              <a:rPr lang="en-US"/>
              <a:t>Pottery Workshop </a:t>
            </a:r>
          </a:p>
          <a:p>
            <a:pPr marL="1200150" lvl="2" indent="-285750">
              <a:buFont typeface="Courier New"/>
              <a:buChar char="o"/>
            </a:pPr>
            <a:r>
              <a:rPr lang="en-US"/>
              <a:t>Student Startup</a:t>
            </a:r>
          </a:p>
          <a:p>
            <a:pPr lvl="2"/>
            <a:endParaRPr lang="en-US"/>
          </a:p>
          <a:p>
            <a:pPr lvl="2"/>
            <a:r>
              <a:rPr lang="en-US"/>
              <a:t>Review listings that they applied with platform guidelines. </a:t>
            </a:r>
          </a:p>
        </p:txBody>
      </p:sp>
    </p:spTree>
    <p:extLst>
      <p:ext uri="{BB962C8B-B14F-4D97-AF65-F5344CB8AC3E}">
        <p14:creationId xmlns:p14="http://schemas.microsoft.com/office/powerpoint/2010/main" val="1452031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4D1D-BE78-4169-E546-40072DC9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43EC4-4855-4434-52FB-59731E0F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850" y="202692"/>
            <a:ext cx="7729728" cy="1188720"/>
          </a:xfrm>
        </p:spPr>
        <p:txBody>
          <a:bodyPr/>
          <a:lstStyle/>
          <a:p>
            <a:r>
              <a:rPr lang="en-US"/>
              <a:t>ADMIN portal (Accounts)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74082-A1C6-F0C0-AA94-421246D0FA2A}"/>
              </a:ext>
            </a:extLst>
          </p:cNvPr>
          <p:cNvSpPr txBox="1"/>
          <p:nvPr/>
        </p:nvSpPr>
        <p:spPr>
          <a:xfrm>
            <a:off x="10105571" y="199571"/>
            <a:ext cx="1533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Brian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E02B1-5FEE-7648-3B88-8D0798ECE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97" y="1959429"/>
            <a:ext cx="4926521" cy="37301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2030CA-1C34-28EA-2C26-9191F01CA337}"/>
              </a:ext>
            </a:extLst>
          </p:cNvPr>
          <p:cNvSpPr txBox="1"/>
          <p:nvPr/>
        </p:nvSpPr>
        <p:spPr>
          <a:xfrm>
            <a:off x="5742214" y="2113642"/>
            <a:ext cx="3955142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/>
              <a:t>View all registered users on the platform. </a:t>
            </a:r>
          </a:p>
          <a:p>
            <a:pPr marL="285750" indent="-285750">
              <a:buFont typeface="Courier New"/>
              <a:buChar char="o"/>
            </a:pPr>
            <a:r>
              <a:rPr lang="en-US"/>
              <a:t>  Display User Information</a:t>
            </a:r>
          </a:p>
          <a:p>
            <a:pPr marL="1200150" lvl="2" indent="-285750">
              <a:buFont typeface="Arial"/>
              <a:buChar char="•"/>
            </a:pPr>
            <a:r>
              <a:rPr lang="en-US"/>
              <a:t>User role (Organizer or visitor)</a:t>
            </a:r>
          </a:p>
          <a:p>
            <a:pPr marL="1200150" lvl="2" indent="-285750">
              <a:buFont typeface="Arial"/>
              <a:buChar char="•"/>
            </a:pPr>
            <a:r>
              <a:rPr lang="en-US"/>
              <a:t>Number of event listings created. </a:t>
            </a:r>
          </a:p>
          <a:p>
            <a:pPr marL="1200150" lvl="2" indent="-285750">
              <a:buFont typeface="Arial"/>
              <a:buChar char="•"/>
            </a:pPr>
            <a:r>
              <a:rPr lang="en-US"/>
              <a:t>Account Status</a:t>
            </a:r>
          </a:p>
          <a:p>
            <a:pPr lvl="2"/>
            <a:r>
              <a:rPr lang="en-US"/>
              <a:t>Monitor User Activity </a:t>
            </a:r>
          </a:p>
          <a:p>
            <a:pPr lvl="2"/>
            <a:r>
              <a:rPr lang="en-US"/>
              <a:t>Manage and Keep Track of User Records. </a:t>
            </a:r>
          </a:p>
          <a:p>
            <a:pPr lvl="1"/>
            <a:endParaRPr lang="en-US"/>
          </a:p>
          <a:p>
            <a:pPr marL="742950" lvl="1" indent="-285750">
              <a:buFont typeface="Courier New"/>
              <a:buChar char="o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21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CF00-0A96-B3A8-EC73-B2772A64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E413-C0D6-BB21-2041-823E57EC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93" y="202692"/>
            <a:ext cx="7729728" cy="1188720"/>
          </a:xfrm>
        </p:spPr>
        <p:txBody>
          <a:bodyPr/>
          <a:lstStyle/>
          <a:p>
            <a:r>
              <a:rPr lang="en-US"/>
              <a:t>ADMIN portal (reports)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7B834-4D6C-367F-347E-BD5CFDE1BE46}"/>
              </a:ext>
            </a:extLst>
          </p:cNvPr>
          <p:cNvSpPr txBox="1"/>
          <p:nvPr/>
        </p:nvSpPr>
        <p:spPr>
          <a:xfrm>
            <a:off x="10105571" y="199571"/>
            <a:ext cx="15330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Brian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C7081-7581-6163-0C93-1A5E6B69C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79" y="1712686"/>
            <a:ext cx="6426671" cy="4158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6A5F5D-10C4-4348-4422-3B757C1D6767}"/>
              </a:ext>
            </a:extLst>
          </p:cNvPr>
          <p:cNvSpPr txBox="1"/>
          <p:nvPr/>
        </p:nvSpPr>
        <p:spPr>
          <a:xfrm>
            <a:off x="8064500" y="1787071"/>
            <a:ext cx="319314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/>
              <a:t>View all Report submitted by Users </a:t>
            </a:r>
          </a:p>
          <a:p>
            <a:pPr marL="285750" indent="-285750">
              <a:buFont typeface="Courier New"/>
              <a:buChar char="o"/>
            </a:pPr>
            <a:r>
              <a:rPr lang="en-US"/>
              <a:t>Display details of the Report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Reason for the Report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Report by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Report Status</a:t>
            </a:r>
          </a:p>
          <a:p>
            <a:pPr lvl="1"/>
            <a:endParaRPr lang="en-US"/>
          </a:p>
          <a:p>
            <a:pPr lvl="1"/>
            <a:r>
              <a:rPr lang="en-US"/>
              <a:t>Review reported issue.</a:t>
            </a:r>
          </a:p>
          <a:p>
            <a:pPr lvl="1"/>
            <a:r>
              <a:rPr lang="en-US"/>
              <a:t>Take appropriate action when necessary.</a:t>
            </a:r>
          </a:p>
          <a:p>
            <a:pPr marL="742950" lvl="1" indent="-285750">
              <a:buFont typeface="Courier New"/>
              <a:buChar char="o"/>
            </a:pPr>
            <a:endParaRPr lang="en-US"/>
          </a:p>
          <a:p>
            <a:pPr marL="742950" lvl="1" indent="-285750">
              <a:buFont typeface="Courier New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41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0541-8E81-870D-892B-96303895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Members contribution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F7D607-6ED0-3149-234D-35E80FD77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5183"/>
              </p:ext>
            </p:extLst>
          </p:nvPr>
        </p:nvGraphicFramePr>
        <p:xfrm>
          <a:off x="2230438" y="2638425"/>
          <a:ext cx="77311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3927417337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304650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Individual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92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Isaiah Chen Jia Shen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937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Gill Sans MT"/>
                        </a:rPr>
                        <a:t>Chek Ee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0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Yong 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427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Haziq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31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Hnin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0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Brian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28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91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FE1E-C9AC-F025-E5C1-C0ACDF4AC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6CEEE-F12E-023C-AF41-A9A4575E84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9924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Parcel</vt:lpstr>
      <vt:lpstr>Event Hub</vt:lpstr>
      <vt:lpstr>App Idea — EventHub</vt:lpstr>
      <vt:lpstr>Account creation</vt:lpstr>
      <vt:lpstr>ACCOUNT creation</vt:lpstr>
      <vt:lpstr>Account webpage</vt:lpstr>
      <vt:lpstr>Account webpage</vt:lpstr>
      <vt:lpstr>User Review and commentary</vt:lpstr>
      <vt:lpstr>User review and comments</vt:lpstr>
      <vt:lpstr>User Review and commentary (Admin side)</vt:lpstr>
      <vt:lpstr>EMAIL SYSTEM</vt:lpstr>
      <vt:lpstr>Email system</vt:lpstr>
      <vt:lpstr>Notifications / reminders</vt:lpstr>
      <vt:lpstr>ticketing</vt:lpstr>
      <vt:lpstr>ADMIN portal (DASHBOARD) </vt:lpstr>
      <vt:lpstr>ADMIN portal (events)</vt:lpstr>
      <vt:lpstr>ADMIN portal (Accounts)</vt:lpstr>
      <vt:lpstr>ADMIN portal (reports)</vt:lpstr>
      <vt:lpstr>Members contribution</vt:lpstr>
      <vt:lpstr>Thank you!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KOK YONG TING</dc:creator>
  <cp:revision>3</cp:revision>
  <dcterms:created xsi:type="dcterms:W3CDTF">2026-07-01T06:55:13Z</dcterms:created>
  <dcterms:modified xsi:type="dcterms:W3CDTF">2026-07-15T06:05:52Z</dcterms:modified>
</cp:coreProperties>
</file>